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51" r:id="rId2"/>
    <p:sldId id="472" r:id="rId3"/>
    <p:sldId id="443" r:id="rId4"/>
    <p:sldId id="460" r:id="rId5"/>
    <p:sldId id="461" r:id="rId6"/>
    <p:sldId id="467" r:id="rId7"/>
    <p:sldId id="462" r:id="rId8"/>
    <p:sldId id="463" r:id="rId9"/>
    <p:sldId id="468" r:id="rId10"/>
    <p:sldId id="473" r:id="rId11"/>
    <p:sldId id="465" r:id="rId12"/>
    <p:sldId id="448" r:id="rId13"/>
    <p:sldId id="449" r:id="rId14"/>
    <p:sldId id="469" r:id="rId15"/>
    <p:sldId id="4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49C"/>
    <a:srgbClr val="FFFF99"/>
    <a:srgbClr val="E2E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4"/>
    <p:restoredTop sz="92700" autoAdjust="0"/>
  </p:normalViewPr>
  <p:slideViewPr>
    <p:cSldViewPr>
      <p:cViewPr varScale="1">
        <p:scale>
          <a:sx n="120" d="100"/>
          <a:sy n="120" d="100"/>
        </p:scale>
        <p:origin x="10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F5332-2E67-4197-A9D6-96730940DD45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3CE85-8A39-439B-A638-99B69752E8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2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altLang="zh-CN" sz="3400" b="1" kern="1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>
            <a:lvl1pPr marL="342900" indent="-342900">
              <a:buFont typeface="Wingdings" pitchFamily="2" charset="2"/>
              <a:buChar char="Ø"/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buFont typeface="Wingdings" pitchFamily="2" charset="2"/>
              <a:buChar char="§"/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DF7D1-4D51-4000-A8B3-8D20A340E8CD}" type="datetimeFigureOut">
              <a:rPr lang="en-US" smtClean="0"/>
              <a:pPr/>
              <a:t>4/13/20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1A8D2-BA59-47FB-96E1-911D86B22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95AC-FBDA-BC44-8F42-D3F0F628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6F12-B218-E748-B6A4-C43B1C503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Hans" dirty="0"/>
              <a:t>Master the connection between 8086 and 8255</a:t>
            </a:r>
          </a:p>
          <a:p>
            <a:pPr lvl="1"/>
            <a:r>
              <a:rPr lang="en-US" altLang="zh-Hans" dirty="0"/>
              <a:t>I/O Address decoding</a:t>
            </a:r>
          </a:p>
          <a:p>
            <a:r>
              <a:rPr lang="en-US" altLang="zh-Hans" dirty="0"/>
              <a:t>Master the control word of 8255</a:t>
            </a:r>
          </a:p>
          <a:p>
            <a:r>
              <a:rPr lang="en-US" altLang="zh-Hans" dirty="0"/>
              <a:t>Use the 8255 in mode 0 </a:t>
            </a:r>
          </a:p>
          <a:p>
            <a:pPr lvl="1"/>
            <a:r>
              <a:rPr lang="en-US" altLang="zh-Hans" dirty="0"/>
              <a:t>As the input to read from 8 switches</a:t>
            </a:r>
          </a:p>
          <a:p>
            <a:pPr lvl="1"/>
            <a:r>
              <a:rPr lang="en-US" altLang="zh-Hans" dirty="0"/>
              <a:t>As the output to turn on/off 7-segment LEDs</a:t>
            </a:r>
          </a:p>
          <a:p>
            <a:r>
              <a:rPr lang="en-US" altLang="zh-CN" dirty="0"/>
              <a:t>Master the memory address mapping</a:t>
            </a:r>
          </a:p>
          <a:p>
            <a:pPr lvl="1"/>
            <a:r>
              <a:rPr lang="en-US" altLang="zh-CN" dirty="0"/>
              <a:t>How to assign addresses to a memory chip</a:t>
            </a:r>
          </a:p>
          <a:p>
            <a:r>
              <a:rPr lang="en-US" altLang="zh-CN" dirty="0"/>
              <a:t>Understand the concept of even/odd address, high/low byte of data bus, and even/odd banks</a:t>
            </a:r>
          </a:p>
        </p:txBody>
      </p:sp>
    </p:spTree>
    <p:extLst>
      <p:ext uri="{BB962C8B-B14F-4D97-AF65-F5344CB8AC3E}">
        <p14:creationId xmlns:p14="http://schemas.microsoft.com/office/powerpoint/2010/main" val="222694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ECC793-E4FB-1746-A6E1-41B956B0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266"/>
            <a:ext cx="9144000" cy="654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1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FB65-504A-1945-8B43-C344581E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" dirty="0"/>
              <a:t>For the 8255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634480-6759-F64D-9210-6955BEB3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en-US" altLang="zh-Hans" dirty="0"/>
              <a:t>Determine the port number according to the circuits</a:t>
            </a:r>
          </a:p>
          <a:p>
            <a:r>
              <a:rPr lang="en-US" altLang="zh-Hans" dirty="0"/>
              <a:t>Determine the control word given the requirement of each port (A/B/C) in 8255</a:t>
            </a:r>
          </a:p>
          <a:p>
            <a:pPr lvl="1"/>
            <a:r>
              <a:rPr lang="en-US" altLang="zh-Hans" dirty="0"/>
              <a:t>As the input to read from 8 switches</a:t>
            </a:r>
          </a:p>
          <a:p>
            <a:pPr lvl="1"/>
            <a:r>
              <a:rPr lang="en-US" altLang="zh-Hans" dirty="0"/>
              <a:t>As the output to turn on/off 7-segment LEDs</a:t>
            </a:r>
          </a:p>
        </p:txBody>
      </p:sp>
    </p:spTree>
    <p:extLst>
      <p:ext uri="{BB962C8B-B14F-4D97-AF65-F5344CB8AC3E}">
        <p14:creationId xmlns:p14="http://schemas.microsoft.com/office/powerpoint/2010/main" val="3054391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8B36-246E-B744-91C4-B73AE419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ans" dirty="0"/>
              <a:t>1) Determine the port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4D931-78AC-5640-80CD-AC35BB13D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7" y="1124744"/>
            <a:ext cx="3822700" cy="240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DF6EC-2872-0A41-B822-AA7AC7868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54" y="1124744"/>
            <a:ext cx="4140200" cy="5346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C2699-44E7-7B40-82AB-0DBBCF4278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0182" b="-5667"/>
          <a:stretch/>
        </p:blipFill>
        <p:spPr>
          <a:xfrm>
            <a:off x="1043425" y="3509578"/>
            <a:ext cx="3246512" cy="173114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8EF1EF-D135-7D42-BC53-BE32DD010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67157"/>
            <a:ext cx="5698976" cy="885441"/>
          </a:xfrm>
        </p:spPr>
        <p:txBody>
          <a:bodyPr>
            <a:normAutofit fontScale="92500" lnSpcReduction="20000"/>
          </a:bodyPr>
          <a:lstStyle/>
          <a:p>
            <a:r>
              <a:rPr lang="en-US" altLang="zh-Hans" dirty="0"/>
              <a:t>Quiz</a:t>
            </a:r>
            <a:r>
              <a:rPr lang="zh-Hans" altLang="en-US" dirty="0"/>
              <a:t>：</a:t>
            </a:r>
            <a:r>
              <a:rPr lang="en-US" altLang="zh-Hans" dirty="0"/>
              <a:t>how to derive those port numbers?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35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1BFDF5-8984-A140-B0C0-F41D1AB24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901700"/>
            <a:ext cx="8966200" cy="5956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B5AC1D-FE2A-C544-B1F2-3413296AE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2) Determine the control word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5FEF76-B2C9-1B47-83BE-763A9C71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7824" y="3548651"/>
            <a:ext cx="5698976" cy="885441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US" altLang="zh-Hans" dirty="0"/>
              <a:t>Quiz: what is the port A/B/C used for?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C190-BEB4-9B4B-B2BE-E0132532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Determine the control word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57524-5D52-A14D-BCDB-705FD95C3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988840"/>
            <a:ext cx="3073400" cy="104140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4AE9E4-28A0-6F40-8E74-EAFE0A0B3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566" y="3212976"/>
            <a:ext cx="8298234" cy="194421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Hans" dirty="0"/>
              <a:t>Quiz: the example code configures A/B/C port as output; do we need to modify this?</a:t>
            </a:r>
          </a:p>
        </p:txBody>
      </p:sp>
    </p:spTree>
    <p:extLst>
      <p:ext uri="{BB962C8B-B14F-4D97-AF65-F5344CB8AC3E}">
        <p14:creationId xmlns:p14="http://schemas.microsoft.com/office/powerpoint/2010/main" val="226696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207C-7989-A54A-BCBF-54B96E95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drive the 7-segment LEDs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AD688-6D81-FD41-B993-8808C14B8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988840"/>
            <a:ext cx="4762500" cy="25273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AA5CBA-F3D5-134F-8997-79C0B32E1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02" y="4937515"/>
            <a:ext cx="8298234" cy="939757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US" altLang="zh-Hans" dirty="0"/>
              <a:t>Quiz: what’s the purpose of the above table? Is there any mistakes in it?</a:t>
            </a:r>
            <a:r>
              <a:rPr lang="zh-Hans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30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207C-7989-A54A-BCBF-54B96E95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drive the 7-segment LEDs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2B35CC-D358-5747-B853-126E50996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485" y="1153327"/>
            <a:ext cx="6184900" cy="4064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CA816F-CC78-B449-8F01-047AB605E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29" y="5270696"/>
            <a:ext cx="8298234" cy="1587303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n-US" altLang="zh-Hans" dirty="0"/>
              <a:t>Quiz1: what would happen if we comment the “CALL DELAY” instruction in the code?</a:t>
            </a:r>
          </a:p>
          <a:p>
            <a:r>
              <a:rPr lang="en-US" altLang="zh-Hans" dirty="0"/>
              <a:t>Quiz2: what would happen if we change the value of </a:t>
            </a:r>
            <a:r>
              <a:rPr lang="en-US" altLang="zh-Hans" dirty="0" err="1"/>
              <a:t>DelayShort</a:t>
            </a:r>
            <a:r>
              <a:rPr lang="en-US" altLang="zh-Hans" dirty="0"/>
              <a:t> variable?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02F7D-E237-7F4A-898F-8CE76FB8C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6" y="1178114"/>
            <a:ext cx="2311400" cy="1143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6CAE1C-CB49-5A4D-9CEF-4D8DCD7E5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6" y="2405562"/>
            <a:ext cx="2692400" cy="18923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64116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43F7-346A-A34D-A3AE-4BC943B7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D1336-BC91-4647-9CA9-7999D8BBE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ans" dirty="0"/>
              <a:t>1) 8255 part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C6313-D951-E74B-A3BF-B39B7CDC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1257"/>
            <a:ext cx="9093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6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43F7-346A-A34D-A3AE-4BC943B7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D1336-BC91-4647-9CA9-7999D8B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 lnSpcReduction="10000"/>
          </a:bodyPr>
          <a:lstStyle/>
          <a:p>
            <a:r>
              <a:rPr lang="en-US" altLang="zh-Hans" dirty="0"/>
              <a:t>1) 8255 part</a:t>
            </a:r>
          </a:p>
          <a:p>
            <a:endParaRPr lang="en-US" altLang="zh-Hans" dirty="0"/>
          </a:p>
          <a:p>
            <a:endParaRPr lang="en-US" altLang="zh-Han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altLang="zh-Hans" dirty="0"/>
          </a:p>
          <a:p>
            <a:r>
              <a:rPr lang="en-US" altLang="zh-Hans" dirty="0"/>
              <a:t>Read the switch status </a:t>
            </a:r>
          </a:p>
          <a:p>
            <a:r>
              <a:rPr lang="en-US" altLang="zh-Hans" dirty="0"/>
              <a:t>Turn on/off 7 segment LEDs correspondingly</a:t>
            </a:r>
          </a:p>
          <a:p>
            <a:r>
              <a:rPr lang="en-US" dirty="0"/>
              <a:t>Turn on/off the four colorful LEDs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C6313-D951-E74B-A3BF-B39B7CDC5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8235"/>
            <a:ext cx="9093200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3470A3-10CC-D448-8790-D01EEFF57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779731"/>
            <a:ext cx="2501900" cy="2476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0E4A0E-27A0-5B4A-828F-3E729C2BF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76" y="2046176"/>
            <a:ext cx="2603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7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FB65-504A-1945-8B43-C344581E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Requirement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634480-6759-F64D-9210-6955BEB3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en-US" altLang="zh-Hans" dirty="0"/>
              <a:t>2) memory module part</a:t>
            </a:r>
          </a:p>
          <a:p>
            <a:pPr lvl="1"/>
            <a:r>
              <a:rPr lang="en-US" altLang="zh-Hans" dirty="0"/>
              <a:t>How to determine the memory range for each chip</a:t>
            </a:r>
          </a:p>
          <a:p>
            <a:pPr lvl="1"/>
            <a:r>
              <a:rPr lang="en-US" altLang="zh-Hans" dirty="0"/>
              <a:t>How to decide even/odd banks</a:t>
            </a:r>
          </a:p>
          <a:p>
            <a:pPr lvl="1"/>
            <a:r>
              <a:rPr lang="en-US" altLang="zh-Hans" dirty="0"/>
              <a:t>How to write to the given address range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55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1B08-E296-4846-8971-7ABFA93D6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137" y="112006"/>
            <a:ext cx="4762872" cy="850106"/>
          </a:xfrm>
        </p:spPr>
        <p:txBody>
          <a:bodyPr/>
          <a:lstStyle/>
          <a:p>
            <a:pPr algn="l"/>
            <a:r>
              <a:rPr lang="en-US" altLang="zh-Hans" dirty="0"/>
              <a:t>Memory Module Design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2DE7B-6CE4-1541-BF6A-36A7D939A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3" y="537059"/>
            <a:ext cx="3873500" cy="567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A6620-CA41-B540-9BAB-6686CAC11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22" y="959135"/>
            <a:ext cx="5207000" cy="17526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F3A997-9E98-6C43-AF42-5C31F5E9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531" y="2996952"/>
            <a:ext cx="4979478" cy="2239405"/>
          </a:xfrm>
        </p:spPr>
        <p:txBody>
          <a:bodyPr>
            <a:normAutofit fontScale="92500" lnSpcReduction="10000"/>
          </a:bodyPr>
          <a:lstStyle/>
          <a:p>
            <a:r>
              <a:rPr lang="en-US" altLang="zh-Hans" dirty="0"/>
              <a:t>Quiz: how to decide the memory address range of U10 and U11? How to decide the segment address for data segment?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7D1610-0ED7-4A41-9C87-63924F527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5236357"/>
            <a:ext cx="2220301" cy="85243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60090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D5DB-9452-C946-950D-0E1C1745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453" y="1195116"/>
            <a:ext cx="5004048" cy="4360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ans" dirty="0"/>
              <a:t>Quiz</a:t>
            </a:r>
            <a:r>
              <a:rPr lang="zh-Hans" altLang="en-US" dirty="0"/>
              <a:t>：</a:t>
            </a:r>
            <a:endParaRPr lang="en-US" dirty="0"/>
          </a:p>
          <a:p>
            <a:pPr marL="0" indent="0">
              <a:buNone/>
            </a:pPr>
            <a:r>
              <a:rPr lang="en-US" altLang="zh-Hans" dirty="0"/>
              <a:t>What is the address in the U10</a:t>
            </a:r>
            <a:r>
              <a:rPr lang="zh-Hans" altLang="en-US" dirty="0"/>
              <a:t>？</a:t>
            </a:r>
            <a:endParaRPr lang="en-US" altLang="zh-Hans" dirty="0"/>
          </a:p>
          <a:p>
            <a:pPr marL="0" indent="0">
              <a:buNone/>
            </a:pPr>
            <a:r>
              <a:rPr lang="en-US" altLang="zh-Hans" dirty="0"/>
              <a:t>【the even or odd address in </a:t>
            </a:r>
            <a:r>
              <a:rPr lang="en-US" altLang="zh-Hans" dirty="0" err="1"/>
              <a:t>xxxx</a:t>
            </a:r>
            <a:r>
              <a:rPr lang="en-US" dirty="0" err="1"/>
              <a:t>H-xxxxH</a:t>
            </a:r>
            <a:r>
              <a:rPr lang="en-US" dirty="0"/>
              <a:t> (64KB)</a:t>
            </a:r>
            <a:r>
              <a:rPr lang="zh-Hans" altLang="en-US" dirty="0"/>
              <a:t> </a:t>
            </a:r>
            <a:r>
              <a:rPr lang="en-US" altLang="zh-Hans" dirty="0"/>
              <a:t>】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Hans" dirty="0"/>
              <a:t>What about U11?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9AFBD-3907-B648-8298-7C85F00C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3" y="537059"/>
            <a:ext cx="38735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69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0708-6E56-4C4E-8956-5CE431C6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" dirty="0"/>
              <a:t>The Error in the Example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1322C-585D-2543-9DFF-D48A30CC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MOV </a:t>
            </a:r>
            <a:r>
              <a:rPr lang="en-US" dirty="0">
                <a:solidFill>
                  <a:srgbClr val="FF0000"/>
                </a:solidFill>
              </a:rPr>
              <a:t>BYTE PTR </a:t>
            </a:r>
            <a:r>
              <a:rPr lang="en-US" dirty="0"/>
              <a:t>[BX],0FFH</a:t>
            </a:r>
          </a:p>
          <a:p>
            <a:r>
              <a:rPr lang="en-US" dirty="0"/>
              <a:t>MOV [BX],0FFH</a:t>
            </a:r>
          </a:p>
          <a:p>
            <a:endParaRPr lang="en-US" dirty="0"/>
          </a:p>
          <a:p>
            <a:r>
              <a:rPr lang="en-US" altLang="zh-Hans" dirty="0"/>
              <a:t>Quiz: if we want to write a byte to the address, which instruction is correct and why?</a:t>
            </a:r>
          </a:p>
          <a:p>
            <a:pPr lvl="1"/>
            <a:r>
              <a:rPr lang="en-US" altLang="zh-Hans" dirty="0"/>
              <a:t>How does the assembler know the size of memory access?</a:t>
            </a:r>
          </a:p>
        </p:txBody>
      </p:sp>
    </p:spTree>
    <p:extLst>
      <p:ext uri="{BB962C8B-B14F-4D97-AF65-F5344CB8AC3E}">
        <p14:creationId xmlns:p14="http://schemas.microsoft.com/office/powerpoint/2010/main" val="2950928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644D-484C-F845-8AC8-B431D4B7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6688C-F31A-1F47-8DCF-D472DB849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229200"/>
            <a:ext cx="8229600" cy="787362"/>
          </a:xfrm>
        </p:spPr>
        <p:txBody>
          <a:bodyPr/>
          <a:lstStyle/>
          <a:p>
            <a:r>
              <a:rPr lang="en-US" altLang="zh-Hans" dirty="0"/>
              <a:t>Simple loop that we have done before!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A731C-5709-4B46-8389-54F06855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272"/>
            <a:ext cx="91186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9479</TotalTime>
  <Words>426</Words>
  <Application>Microsoft Macintosh PowerPoint</Application>
  <PresentationFormat>On-screen Show (4:3)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Wingdings</vt:lpstr>
      <vt:lpstr>Office 主题</vt:lpstr>
      <vt:lpstr>Lab 2 Content</vt:lpstr>
      <vt:lpstr>PowerPoint Presentation</vt:lpstr>
      <vt:lpstr>For the 8255</vt:lpstr>
      <vt:lpstr>1) Determine the port number</vt:lpstr>
      <vt:lpstr>2) Determine the control word </vt:lpstr>
      <vt:lpstr>2) Determine the control word </vt:lpstr>
      <vt:lpstr>How to drive the 7-segment LEDs</vt:lpstr>
      <vt:lpstr>How to drive the 7-segment LEDs</vt:lpstr>
      <vt:lpstr>Programming Requirement</vt:lpstr>
      <vt:lpstr>Programming Requirement</vt:lpstr>
      <vt:lpstr>Programming Requirement</vt:lpstr>
      <vt:lpstr>Memory Module Design</vt:lpstr>
      <vt:lpstr>PowerPoint Presentation</vt:lpstr>
      <vt:lpstr>The Error in the Example Code</vt:lpstr>
      <vt:lpstr>Programming Requirement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More on I/O and Memory</dc:title>
  <dc:creator>archee</dc:creator>
  <cp:lastModifiedBy>Leng Jingwen</cp:lastModifiedBy>
  <cp:revision>432</cp:revision>
  <cp:lastPrinted>2018-03-02T13:05:50Z</cp:lastPrinted>
  <dcterms:created xsi:type="dcterms:W3CDTF">2012-02-15T06:15:34Z</dcterms:created>
  <dcterms:modified xsi:type="dcterms:W3CDTF">2020-04-13T04:46:00Z</dcterms:modified>
</cp:coreProperties>
</file>